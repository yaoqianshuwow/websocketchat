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大熊猫保护：守护国宝的未来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Microsoft YaHei"/>
              </a:defRPr>
            </a:pPr>
            <a:r>
              <a:t>大熊猫不仅是中国的国宝，更是全球生物多样性保护的旗舰物种。本演示文稿将深入探讨大熊猫保护的历史沿革、现状挑战、科学策略及未来展望。我们将分析圈养与野外种群的最新数据，揭示栖息地破碎化的影响，并展示国际合作在物种恢复中的关键作用。通过系统性的梳理，旨在提升公众对生态保护的意识，呼吁更多行动以确保护工作的可持续性，共同守护这一独特的自然遗产，为地球的生物多样性贡献中国智慧与力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目录与议程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本次演示将分为四个核心部分。第一部分回顾大熊猫保护的历史与成就，展示从濒危到易危的转变历程。第二部分深入分析当前面临的主要威胁，包括栖息地丧失、气候变化及遗传多样性问题。第三部分详细解读保护策略，涵盖自然保护区建设、走廊带连接及人工繁育技术。第四部分探讨全球合作与公众参与，展望未来的保护愿景。我们将结合最新科研成果与实地案例，为观众提供全面、深入的视角，激发对生态保护的关注与思考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保护历程：从濒危到易危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historical timeline graphic of panda conservation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栖息地现状：碎片化挑战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[bar图表]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气候变化的潜在影响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气候变化对大熊猫的生存构成深远威胁。研究表明，未来50至100年内，气候变化可能导致适宜大熊猫生存的区域大幅缩减。气温升高不仅改变竹林分布，还可能改变竹子的开花周期，导致食物短缺。大熊猫对特定竹种依赖性强，迁移能力有限，难以快速适应新的生态环境。因此，预测气候模型下的栖息地变化，提前规划保护区域，建立气候避难所，显得尤为迫切。我们需要将气候变化纳入长期保护规划，增强生态系统的韧性，以应对不可预知的生态变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人工繁育：技术的突破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scientist examining giant panda cub in laboratory setting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野化放归：重返自然的挑战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researcher tracking giant panda in wild with GPS collar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自然保护区网络建设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中国建立了以大熊猫国家公园为核心的自然保护地体系。涵盖四川、陕西、甘肃三省的30多个自然保护区，总面积超过3万平方公里。这一网络不仅保护了大熊猫，还庇护了金丝猴、羚牛等数千种伴生物种。国家公园体制的建立，整合了分散的管理资源，统一了保护标准，提升了执法效率。通过社区共管机制，引导当地居民参与保护，减少人兽冲突。完善的保护地网络为生物多样性提供了坚实的物理屏障，是物种生存的根本保障，体现了国家在生态保护上的坚定决心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生态廊道：连接孤岛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conceptual rendering of wildlife corridor connecting two forest patches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社区参与：人与自然共生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local community members planting trees in mountain village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科研监测：科技赋能保护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[line图表]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全球合作：大熊猫外交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giant panda in international zoo with visitors from around world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遗传多样性：生存的基石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遗传多样性是物种适应环境和进化的基础。圈养种群中，近亲繁殖可能导致免疫力下降、繁殖力降低等问题。因此，建立精细的谱系档案，科学规划繁育计划，最大化保留遗传变异至关重要。野生种群同样面临小群体导致的遗传漂变风险。通过基因检测，评估不同小种群的遗传健康度，优先保护遗传多样性高的群体。引入基因库保存珍贵种质资源，为未来可能需要的遗传补充做准备。维持丰富的遗传多样性，是大熊猫种群抵御疾病、适应变化的根本保障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竹子物候：食物的秘密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blooming bamboo forest landscape in mountains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公众教育：意识觉醒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children learning about giant pandas in interactive museum exhibit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资金支持：可持续模式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[pie图表]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法律保障：依法治保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完善的法律法规是大熊猫保护的坚实后盾。中国《野生动物保护法》严格禁止猎杀、买卖大熊猫及其制品。划定禁猎区，加大执法力度，严厉打击偷猎行为。通过司法手段，追究破坏栖息地责任人的法律责任。同时，加强国际公约履约，履行CITES规定。法律不仅具有惩戒功能，更具有导向作用，引导社会行为规范。随着法治建设不断完善，保护体系将更加严密高效。依法治保，让破坏者付出代价，让保护者得到尊重，为大熊猫构筑起不可逾越的法律屏障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关键数据：种群增长趋势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[bar图表]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未来展望：下一个里程碑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展望未来，大熊猫保护将迈向更高水平。目标是建立自我维持的野外种群，实现所有孤立小种群的基因连通。推动大熊猫国家公园全面高效运行，打造全球生物多样性保护的典范。深化国际科研合作，输出中国保护经验。利用前沿科技，实现精准保护与智慧管理。同时，关注气候变化等新兴挑战，制定适应性管理策略。大熊猫保护的成功，将为全球濒危物种保护提供范本。让我们携手努力，守护这一绿色宝藏，为子孙后代留下一个生机勃勃的世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总结与关键行动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collage of key conservation actions and panda habitat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致谢与问答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感谢大家的聆听与关注。大熊猫保护是一场持久战，需要政府、科研机构、非政府组织及每一位公众的共同努力。我们希望本次分享能激发您对生物多样性保护的思考与热情。如果您有关于大熊猫保护、栖息地管理或科研技术方面的问题，欢迎提问与交流。您的意见与建议对我们改进工作至关重要。让我们携手合作，为大熊猫守护家园，为地球增添绿色希望。再次感谢各位的支持，期待在未来的保护工作中与您相遇，共同见证大熊猫种群的持续繁荣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