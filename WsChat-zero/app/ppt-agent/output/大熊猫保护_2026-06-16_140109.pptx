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守护国宝：大熊猫保护与生态未来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大熊猫不仅是中国的国宝，更是全球生物多样性保护的旗舰物种。本演示文稿旨在深入探讨大熊猫保护的历程、现状、挑战及未来策略。我们将回顾从濒危到易危的种群恢复奇迹，分析栖息地破碎化对野生种群的长期影响，并介绍人工繁育与野化放归的科学进展。通过展示最新的数据统计和典型案例，揭示生态保护背后的科学逻辑与社会价值。同时，探讨社区参与和国际合作在保护工作中的关键作用。最终，提出构建人与自然和谐共生未来的行动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目录与核心议题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本次汇报将围绕以下六个核心板块展开：首先，概述大熊猫的保护等级变迁及历史背景，明确保护工作的紧迫性与成就。其次，深入解析大熊猫的生物学特性与生态需求，理解其生存困境的根本原因。第三部分聚焦栖息地保护与修复，探讨如何重建生态廊道以连接孤立种群。第四部分详细介绍人工繁育技术与野化放归实践，展示科技在保护中的力量。第五部分分析社区共管模式，平衡当地经济发展与生态保护。最后，总结全球合作经验并提出未来行动倡议。通过系统性的梳理，希望为观众提供全面的大熊猫保护知识体系，激发对野生动物保护的兴趣与责任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保护等级变迁：从濒危到易危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生物学特性：竹子依赖与繁殖难题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giant panda eating bamboo shoots in wild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栖息地现状：碎片化的危机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map of giant panda habitats showing fragmentation and corridors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人工繁育技术突破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野化放归：回归自然的挑战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researcher releasing giant panda into forest with GPS collar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生态廊道建设实践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aerial view of ecological corridor connecting forest patches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社区共管：发展与保护平衡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local community members planting trees near panda habitat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全球合作与国际影响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大熊猫保护是全球生物多样性保护的重要案例，得益于广泛的国际合作。中国与多个国家建立了大熊猫研究保护中心，开展联合科研与人员培训。通过“大熊猫外交”，提升了公众对野生动物保护的关注度，吸引了大量国际资金和技术支持。同时，中国分享保护经验，帮助其他国家制定濒危物种保护策略。这种开放合作的姿态，不仅促进了大熊猫保护技术的进步，也加强了国际间的友谊与信任。未来，应继续深化全球伙伴关系，共同应对气候变化等跨国界挑战，推动构建地球生命共同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气候变化带来的新挑战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疾病防控与健康管理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圈养和野生大熊猫均面临疾病威胁。圈养种群易患消化系统疾病、皮肤病及生殖系统障碍，需定期进行健康检查和疫苗接种。野生种群则可能感染犬瘟热等传染病，一旦爆发可能造成毁灭性打击。建立完善的疫病监测预警体系至关重要，利用分子生物学技术快速鉴定病原体。同时，加强检疫隔离制度，防止外来病原传入。对于野生个体，探索非侵入式采样技术，实时掌握健康状况。通过多学科协作，提升大熊猫整体健康管理水平，降低发病率和死亡率，保障种群安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反盗猎执法与监管强化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forest ranger patrolling with camera trap equipment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公众教育与意识提升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children visiting panda museum learning about conservation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科技赋能：大数据与AI应用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现代科技在大熊猫保护中发挥着越来越重要的作用。大数据分析整合了栖息地、气象、种群等多源信息，优化保护区规划。人工智能算法用于自动识别红外相机拍摄的照片，提高监测效率。卫星遥感技术实时监测植被变化和人类活动干扰。区块链技术可用于追踪大熊猫迁地保护档案，确保数据透明可信。此外，虚拟现实（VR）技术让公众沉浸式体验野外保护场景。科技的融入，使保护工作更加精准、高效、智能化，推动了传统保护模式向现代科技保护模式的转型，为应对复杂挑战提供了有力工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未来展望：长期保护战略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futuristic concept art of sustainable panda sanctuary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关键成功因素总结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[pie图表]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行动倡议：每个人都能做的贡献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hands holding a small panda plush toy with green background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致谢与问答环节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感谢大家聆听关于大熊猫保护的详细汇报。大熊猫的故事是一部人类与自然和解、合作与共生的壮丽史诗。它的保护历程凝聚了无数科研人员、保护工作者和志愿者的汗水与智慧。希望通过今天的分享，能让大家更深入地了解这一旗舰物种面临的机遇与挑战，以及我们在保护工作中扮演的角色。保护工作任重道远，需要持之以恒的努力。现在进入问答环节，欢迎大家就大熊猫保护、栖息地管理、个人参与等方面提出问题，我们将共同探讨解决方案，分享见解，为守护国宝贡献更多力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