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大熊猫保护：从濒危到易危的奇迹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大熊猫不仅是中国的国宝，更是全球生物多样性保护的旗舰物种。本演示文稿将深入探讨大熊猫保护的历史演变、科学策略及未来挑战。我们将分析栖息地破碎化的影响，介绍国家公园体制的建立，并展示人工繁育与野化放归的最新成果。通过数据驱动的方式，揭示这一物种从‘濒危’降级为‘易危’背后的艰辛努力与国际合作意义。旨在为观众提供全面的保护知识框架，激发公众参与自然保护的积极性，共同守护地球上的珍贵生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目录与核心议题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本次汇报将围绕以下六个核心板块展开：第一，大熊猫的保护等级变迁及其象征意义；第二，历史背景与早期保护措施的局限性；第三，栖息地丧失的主要原因及生态影响；第四，中国大熊猫国家公园的建设进展与管理机制；第五，人工繁育技术突破与野化放归实践案例；第六，面临的持续挑战及未来展望。每个部分都将结合最新数据和实地调研结果，确保内容的准确性与前瞻性。此外，还将探讨社区共管模式在保护工作中的重要作用，以及如何利用现代科技手段提升监测效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保护等级的变迁：IUCN红色名录的更新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IUCN Red List logo with giant panda illustration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历史回顾：保护意识的觉醒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大熊猫的保护历程始于20世纪50年代，当时主要依靠建立自然保护区进行初步尝试。60至70年代，随着国际关注的增加，中国政府开始加大投入，划定核心保护区。80年代，‘熊猫外交’成为连接中外友谊的桥梁，同时也引入了先进的保护理念和技术。90年代以后，保护重点从单一物种转向生态系统整体保护，强调栖息地的完整性。进入21世纪，法律法规体系逐步完善，《野生动物保护法》多次修订，为大熊猫保护提供了坚实的法律基础。这一历史进程反映了人类对自然认知从利用到尊重的深刻转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栖息地丧失：主要威胁因素分析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satellite view showing fragmented forest habitat and roads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中国大熊猫国家公园体制试点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[pie图表]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国家公园内的管理与执法创新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ranger with camera trap monitoring wildlife in mountains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人工繁育技术的重大突破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中国建立了全球最大的人工繁育研究基地，如成都大熊猫繁育研究基地和陕西秦岭大熊猫研究中心。在发情识别、配种受孕、幼仔成活等环节取得了一系列关键技术突破。特别是‘双母育幼’技术的应用，大幅提高了幼崽存活率。科研人员通过模拟自然环境，优化饲养管理方案，增强了熊猫体质。目前，人工种群数量已超过600只，形成了具有遗传多样性的家系谱系。这些成果不仅为野外种群补充提供了可能，也为濒危物种保护积累了宝贵经验。人工繁育不再是简单的数量增加，而是注重质量与基因保存的科学工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野化培训：重返自然的必经之路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giant panda climbing tree in semi-wild training facility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野化放归的成功案例与影响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2014年，‘淘淘’成为首只成功放归野外的圈养大熊猫，随后‘张想’也顺利回归自然。它们在野外独立生活、觅食甚至繁殖，验证了野化放归方案的科学性。这些个体不仅丰富了野生种群的基因库，还改善了局部栖息地的生态结构。放归后的监测数据显示，它们能够适应复杂的山地环境，避开人类活动区域。此举为全球濒危动物重引入项目提供了中国样本。未来，计划继续开展小规模放归行动，逐步扩大野生种群规模。每一次成功的放归都是对保护理念的一次有力印证，激励着更多人投身自然保护事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社区共管：保护与发展的平衡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local villagers working together in sustainable agriculture near panda habitat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科技赋能：大数据与人工智能的应用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现代科技正在重塑大熊猫保护的方式。利用AI图像识别技术，自动分析红外相机拍摄的海量照片，精准统计个体数量和性别。大数据分析平台整合气象、植被、地形等多源数据，预测大熊猫活动热点和潜在风险区域。区块链技术用于追踪熊猫制品来源，打击非法贸易。智能穿戴设备监测放归个体的健康状况和行为模式。这些技术应用提高了保护工作的精准度和效率，降低了人力成本。科技不仅是工具，更是推动保护理念升级的动力，使大熊猫保护进入智能化、精细化的新阶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国际合作：全球保护网络的构建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international scientists collaborating on panda research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气候变化带来的新挑战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遗传多样性保护的重要性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microscopic view of DNA strands representing genetic diversity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公众教育与意识提升策略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保护大熊猫最终依赖于全社会的支持。通过学校教育、媒体宣传、博物馆展览等多种形式，普及生物多样性知识。开发互动式科普产品，如VR体验、公益游戏，吸引青少年关注。利用社交媒体平台发起话题讨论，扩大影响力。鼓励公众参与公民科学项目，如举报非法交易、参与栖息地清理。培养‘保护者’身份认同，让每个人意识到自身行为对环境的影响。只有当保护理念深入人心，形成强大的社会舆论监督力量，才能为大熊猫及其栖息地提供最坚实的保障。教育是长远之计，关乎未来的生态安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未来展望：2030保护愿景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futuristic concept art of protected nature reserve with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关键行动建议总结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结语：守护共同的家园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serene landscape of panda habitat at sunset with hopeful mood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问答环节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感谢各位的耐心聆听。现在进入问答环节，欢迎大家就大熊猫保护的任何方面提出问题。您可以询问关于具体保护技术细节、个人如何参与志愿服务、最新科研发现或是国际合作案例等内容。我们邀请了多位专家在场，他们将尽力为您解答疑惑。如果您有书面问题，也可以提交给工作人员，我们将在会后统一回复。希望通过今天的交流，能加深您对大熊猫保护工作的理解，并激发您更多的思考与建议。期待您的提问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