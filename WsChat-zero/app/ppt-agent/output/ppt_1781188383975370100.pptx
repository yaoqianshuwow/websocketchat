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2222"/>
                </a:solidFill>
                <a:latin typeface="Microsoft YaHei"/>
              </a:defRPr>
            </a:pPr>
            <a:r>
              <a:t>大熊猫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17520"/>
            <a:ext cx="9326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国宝级珍稀动物，世界自然基金会的标志物种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4754880"/>
            <a:ext cx="36576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大熊猫（Ailuropoda melanoleuca）属于熊科，主要分布在中国四川、陕西和甘肃的山林中。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大熊猫的正面特写，圆脸黑眼圈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栖息地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生活在海拔2600-3500米的茂密竹林，气候温凉潮湿。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云雾缭绕的竹林山地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饮食习性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99%的食物是竹子，每天进食12-38公斤。偶尔吃小动物。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大熊猫坐在地上吃竹子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保护现状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从濒危降为易危（IUCN），野生种群约1864只。人工繁育取得突破。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大熊猫自然保护区标志牌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行为特点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独居，慵懒，每天睡眠10小时以上。擅长爬树，游泳。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大熊猫在树上休息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保护大熊猫，就是保护我们的自然家园。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