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2222"/>
                </a:solidFill>
                <a:latin typeface="Microsoft YaHei"/>
              </a:defRPr>
            </a:pPr>
            <a:r>
              <a:t>Design Philosophy: Simplicity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017520"/>
            <a:ext cx="9326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Exploring the core tenets of minimalism in modern design, focusing on negative space, clean lines, and functional elegan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4754880"/>
            <a:ext cx="36576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Less is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Understanding the impact of reducing visual clutter to enhance user focus and communication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Color Palette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Utilizing monochromatic schemes and neutral tones to create a calm, sophisticated atmosphere without distraction.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color palette swatches beige grey white and black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Typography in Minimalism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The role of sans-serif fonts and generous whitespace in maintaining readability and visual hierarchy.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close up of clean sans-serif typography on white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Functional Aesthetics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How minimalism prioritizes utility, ensuring every element serves a purpose in the overall composition.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图表占位</a:t>
            </a:r>
            <a:br/>
            <a:r>
              <a:t>类型: pie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Case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Examples from architecture and product design that demonstrate the timeless appeal of simplified 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3840480" cy="3291840"/>
          </a:xfrm>
          <a:prstGeom prst="roundRect">
            <a:avLst/>
          </a:prstGeom>
          <a:solidFill>
            <a:srgbClr val="F4F7FB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468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F80ED"/>
                </a:solidFill>
                <a:latin typeface="Microsoft YaHei"/>
              </a:defRPr>
            </a:pPr>
            <a:r>
              <a:t>配图占位</a:t>
            </a:r>
            <a:br/>
            <a:r>
              <a:t>modern minimalist architecture building with glass and concr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Microsoft YaHe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• Simplicity is not emptiness; it is the ultimate sophistication. Embrace minimalism for clarity and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