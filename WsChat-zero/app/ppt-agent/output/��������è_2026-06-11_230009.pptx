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2222"/>
                </a:solidFill>
                <a:latin typeface="Microsoft YaHei"/>
              </a:defRPr>
            </a:pPr>
            <a:r>
              <a:t>Elegance Redefined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A comprehensive overview of modern minimalist aesthetics in fashion and design.</a:t>
            </a:r>
            <a:br/>
            <a:br/>
            <a:r>
              <a:t>- Core Philosophy: Less is more</a:t>
            </a:r>
            <a:br/>
            <a:r>
              <a:t>-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4754880"/>
            <a:ext cx="36576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The Core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Understanding the foundations of minimalist 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1. Simplicity: Stripping away the unnecessary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2. Quality: Investing in premium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3. Functionality: Form follows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0448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4. Clarity: Clean lines and uncluttered spaces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Color Palette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Minimalism relies on a restrained and cohesive color scheme.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Base: White, Black, Grey, Beige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Accents: Soft Earth Tones or Muted Pastels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Monochromatic layering for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minimalist color palette swatches neutral tones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Fabric and Texture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In the absence of busy patterns, texture becomes the focal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Linen: Breathable and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Wool: Structured and warm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Silk: Smooth and luxurious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0448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Cotton: Crisp and 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close up of linen and wool fabric textures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Silhouette and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The shape of the garment defines the minimalist look.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Oversized blazers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Tailored trousers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Flowing midi skirts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0448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Structured coats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Emphasis on proportion and balance rather than decoration.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woman wearing minimalist tailored blazer and trousers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Accessories as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Fewer accessories, but each piece must be impactful.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Statement jewelry (single earring or bold 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Leather belts to define the waist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Minimalist watches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0448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Structured handbags with clean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minimalist accessories leather bag gold jewelry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The Lifestyle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Minimalism extends beyond fashion into daily living.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Capsule Wardrobes: Fewer items, more versatility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Mindful Consumption: Buying less, choosing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Mental Clarity: Reducing visual noise in surroundings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图表占位</a:t>
            </a:r>
            <a:br/>
            <a:r>
              <a:t>类型: pie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Simplicity is the ultimate sophistication.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- Leonardo da Vinci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