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2024-2025 人工智能发展趋势全景报告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Microsoft YaHei"/>
              </a:defRPr>
            </a:pPr>
            <a:r>
              <a:t>本演示文稿旨在深入剖析当前全球人工智能（AI）领域的最新技术突破、市场动态及未来趋势。我们将涵盖大语言模型的演进、多模态技术的融合、行业垂直应用的落地案例以及AI伦理与安全治理的最新进展。通过数据支撑与案例分析，为企业管理者、技术专家及政策制定者提供极具价值的战略洞察，帮助各方把握机遇，应对挑战，在智能化浪潮中实现数字化转型的飞跃与商业价值的最大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议程概览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本次汇报将分为八个核心部分：首先回顾AI技术的宏观发展脉络与当前市场格局；其次深入探讨生成式AI与大语言模型的最新技术突破；接着分析多模态交互如何重塑用户体验；随后聚焦AI在医疗、金融、制造等垂直行业的深度应用案例；同时审视AI基础设施与算力需求的演变；深入讨论AI伦理、隐私保护与合规治理；评估全球主要市场的竞争态势与投资机会；最后总结关键洞察并提供未来三年的战略行动建议，确保内容全面且具实操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宏观趋势：从专用AI到通用人工智能的过渡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conceptual image showing transition from simple circuit board to complex brain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大语言模型：参数效率与推理能力的双重突破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[bar图表]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多模态融合：打破数据孤岛，重构交互范式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split screen showing text transforming into realistic 3D object and audio waveform visualization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AI Agent：从被动响应到主动执行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AI Agent（智能体）是今年最令人瞩目的趋势之一，它赋予AI自主规划、工具调用及长期记忆的能力，使其能够从‘问答机器’进化为‘执行助手’。Agent能够理解高层级目标，分解任务，自动调用API、搜索网页或运行代码来完成任务。在客服自动化、个人助理及企业流程自动化场景中，Agent能独立处理复杂的多步流程，显著减少人工干预。这一转变意味着AI将更深入地嵌入业务流程，成为企业运营的核心驱动力，彻底重塑工作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垂直行业应用：医疗健康的精准化革命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doctor looking at digital tablet showing holographic medical scan and AI analysis graphs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金融科技：风控智能与个性化服务升级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[line图表]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智能制造：预测性维护与供应链优化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smart factory floor with robotic arms assembling products and digital twin dashboard overlay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内容创作：AIGC重塑媒体与娱乐产业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生成式AI（AIGC）正在彻底改变内容创作的生产方式。文本生成工具辅助编剧创作剧本，图像生成模型帮助设计师快速生成概念图，视频生成技术使得短视频制作门槛大幅降低。在广告营销领域，AI能够根据用户画像自动生成千人千面的营销素材，显著提升转化率。尽管面临版权与真实性挑战，但AIGC作为创意辅助工具的价值已获广泛认可，它使创作者能专注于核心创意，将繁琐的执行工作交给AI，实现产能的指数级增长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边缘AI：隐私保护与实时响应的关键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close up of modern smartphone chip with glowing circuit paths and connected IoT devices background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算力基础设施：绿色计算与新型架构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[pie图表]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AI安全与治理：构建可信人工智能体系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digital lock icon protecting data nodes with shield symbolizing cybersecurity and trust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全球竞争格局：中美欧的技术路线差异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全球AI竞争呈现多极化趋势，主要经济体采取不同技术路线。美国凭借硅谷的创新生态与顶级芯片优势，在基础模型研发上领先；中国在应用场景落地、数据规模及政策推动下，在垂直行业应用与智能制造方面表现强劲；欧盟则通过《人工智能法案》强调伦理监管与风险控制，推动负责任创新。这种差异导致全球技术生态呈现分割与协作并存的局面。企业需理解各市场法规与文化差异，制定本地化战略，以应对复杂的全球竞争环境，最大化全球市场潜力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投资热点：哪些领域最具增长潜力？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[line图表]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人才趋势：AI素养成为核心职业技能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AI的普及正在重塑劳动力市场结构。除了资深AI研究员与算法工程师外，具备AI应用能力的复合型人才需求激增。‘AI素养’——即理解AI原理、能有效提示词工程（Prompt Engineering）及评估AI输出质量的能力，正成为各行各业员工的必备技能。企业需加大内部培训力度，建立人机协作的新型工作文化。同时，AI可能替代部分重复性白领工作，但也创造了提示词工程师、AI训练师等新岗位，人才结构将从执行型向策略型与创新型转变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法律合规：知识产权与数据隐私的新挑战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legal document with gavel and digital signature overlay, symbolizing law and technology intersection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未来展望：2025-2027关键技术预测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展望未来三年，AI技术将呈现三大预测趋势：一是超级个性化，AI将为每个用户构建独立的知识图谱，提供极致个性化的服务体验；二是具身智能爆发，机器人将具备更强的物理交互能力，进入家庭与工作场所；三是科学发现加速，AI将广泛应用于生物学、材料科学等领域，加速新药研发与新材料发现。这些突破将不仅改变技术形态，更将深刻重塑人类社会结构、经济模式及生活方式，带来前所未有的机遇与挑战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行动建议：企业如何制定AI转型战略？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business team strategic planning session with whiteboard diagrams and roadmap visualization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关键洞察总结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回顾本次汇报，我们得出以下核心洞察：AI正处于从技术探索走向规模化价值创造的关键期。大模型与多模态技术是底层驱动力，Agent是应用形态的核心演进方向。行业应用已从概念验证进入深水区，垂直领域深耕成为关键。同时，安全、伦理与合规是不可逾越的红线。企业需具备长期主义视角，兼顾技术创新与风险管理，通过构建数据、人才与生态优势，在智能化浪潮中占据有利地位，实现可持续增长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问答环节与致谢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感谢各位的专注聆听。人工智能的变革速度日新月异，我们非常乐意听取各位的看法与疑问。无论是关于技术细节的探讨、行业应用的落地困惑，还是战略规划的咨询，都欢迎随时交流。希望通过本次分享，能为大家在AI时代的决策提供有价值的参考。让我们携手共进，拥抱智能化未来，共创数字化转型的美好愿景。谢谢大家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