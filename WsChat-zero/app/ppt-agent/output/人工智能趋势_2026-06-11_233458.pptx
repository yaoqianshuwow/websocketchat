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2024人工智能趋势全景洞察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Microsoft YaHei"/>
              </a:defRPr>
            </a:pPr>
            <a:r>
              <a:t>欢迎参加本次关于人工智能未来趋势的深度研讨会。在技术飞速迭代的当下，AI已不再是单一的工具，而是重塑社会结构、商业模式及日常生活的基础设施。本次演示将全面解析生成式AI的演进、多模态技术的突破、行业应用的落地案例以及伦理合规的挑战。我们将探讨大语言模型（LLM）如何从通用助手转向垂直领域专家，以及智能体（Agent）如何重新定义人机协作方式。同时，数据隐私、算法偏见及算力成本将是讨论的核心焦点。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 /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议程概览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5156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5BA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BA0F0"/>
                </a:solidFill>
                <a:latin typeface="Microsoft YaHei"/>
              </a:defRPr>
            </a:pPr>
            <a:r>
              <a:t>[bar图表]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AI发展宏观背景回顾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timeline illustration showing three waves of AI development from 1950s to present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大语言模型（LLM）的技术演进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大语言模型正经历从“参数量竞赛”向“效率与垂直化”并重的转变。早期模型依赖海量参数堆砌以增强通用能力，但随之而来的是高昂的训练与推理成本。当前趋势显示，70亿至70亿参数的小模型在特定任务上的表现已逼近百万亿参数的大型模型，且推理速度提升了数倍。与此同时，模型架构正在优化，MoE（混合专家）架构允许模型在处理不同任务时激活不同子网络，大幅降低计算资源消耗。此外，上下文窗口（Context Window）的扩展至百万级token，使得模型能够一次性处理整本书籍或大型代码库，极大地提升了长文档分析与逻辑连贯性。这些技术进步使得LLM能够更频繁地部署在边缘设备和云端，实现更低延迟的实时交互。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多模态融合：打破感知壁垒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split screen showing text to image and audio to video AI generation processes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智能体（Agent）：从助手到自主行动者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5156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5BA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BA0F0"/>
                </a:solidFill>
                <a:latin typeface="Microsoft YaHei"/>
              </a:defRPr>
            </a:pPr>
            <a:r>
              <a:t>[pie图表]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企业应用落地：行业案例解析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collage of AI applications in banking, retail, manufacturing and healthcare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代码辅助与软件开发范式变革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5156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5BA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BA0F0"/>
                </a:solidFill>
                <a:latin typeface="Microsoft YaHei"/>
              </a:defRPr>
            </a:pPr>
            <a:r>
              <a:t>[line图表]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创意产业与内容生成的革命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digital artist using AI tool to create fantasy landscape concept 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垂直领域大模型的崛起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通用大模型虽强大，但在专业性、准确性及合规性上仍有局限。因此，针对法律、医疗、金融、教育等垂直领域训练的专用大模型正迅速崛起。这些模型基于高质量的行业数据进行微调，能够理解行业术语、遵循专业规范并提供合规建议。例如，法律大模型可快速检索判例、起草合同条款；医疗大模型可基于最新指南辅助医生制定治疗方案。垂直模型的优势在于数据隐私保护更佳，因为数据通常保留在企业内部而非公有云。此外，它们更容易通过行业标准认证，降低部署风险。企业应评估自建与采用开源微调模型的利弊，构建专属的知识库，形成竞争壁垒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边缘AI：算力下沉与实时响应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close up of smartphone chip with neural network visualization overlay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AI伦理、安全与可信AI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5156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5BA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BA0F0"/>
                </a:solidFill>
                <a:latin typeface="Microsoft YaHei"/>
              </a:defRPr>
            </a:pPr>
            <a:r>
              <a:t>[bar图表]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数据策略：质量胜过数量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abstract representation of data quality filters and synthetic data generation process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算力基础设施的挑战与应对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AI模型的训练与推理对算力需求巨大，导致GPU资源紧缺与能源消耗激增。当前，全球数据中心面临电力供应与冷却技术的瓶颈。应对策略包括：优化算法效率（如量化、剪枝）、使用专用AI芯片（如TPU、NPU）提升能效比、采用绿色能源供电以及构建分布式的算力网络。此外，开源模型的繁荣降低了中小企业对昂贵算力设施的依赖，使其可通过API调用或使用开源底座进行微调。未来，算力可能成为一种按需使用的公共服务，通过云原生架构实现弹性伸缩。企业应评估自购算力与云服务模式的成本效益，避免过度投资导致的资源闲置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人机协作：重新定义工作岗位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human worker collaborating with holographic AI interface in modern office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全球AI竞争格局与国家策略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5156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5BA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BA0F0"/>
                </a:solidFill>
                <a:latin typeface="Microsoft YaHei"/>
              </a:defRPr>
            </a:pPr>
            <a:r>
              <a:t>[pie图表]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投资趋势与资本流向分析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infographic showing venture capital flow into AI sectors 2023-2024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开源生态的力量与开源模型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Hugging Face等平台推动了开源AI模型的繁荣，如Llama、Mistral等模型的出现打破了闭源巨头的垄断。开源生态加速了技术创新与迭代，允许开发者自由修改、分发及商业化模型，促进了社区的活跃度。企业可利用开源模型作为基座，结合自有数据进行微调，构建具有竞争力的垂直应用，同时避免供应商锁定（Vendor Lock-in）。然而，开源也带来安全风险，恶意用户可能利用公开模型发起攻击或生成有害内容。因此，需建立严格的开源模型使用规范与安全评估机制。未来，开源与闭源将长期共存，互补发展，共同推动AI技术的普及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未来展望：AGI的接近与现实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futuristic vision of artificial general intelligence concept 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关键行动建议总结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基于以上分析，提出以下关键行动建议供企业参考：1. 制定AI战略：明确AI在企业业务中的定位，设定短期与长期目标。2. 夯实数据基础：投资数据治理，确保高质量、合规的数据供应。3. 试点先行：选择高价值场景进行小范围试点，验证ROI后再规模化推广。4. 构建人才梯队：加强内部培训，引进AI复合型人才，提升全员AI素养。5. 重视伦理合规：建立AI治理框架，确保技术应用符合法律法规与伦理标准。6. 拥抱开源与合作：积极参与开源社区，寻求技术合作伙伴，降低研发成本。7. 关注算力成本：优化模型部署架构，平衡性能与效率。8. 保持灵活迭代：技术变化迅速，需保持组织的敏捷性与学习能力。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Q&amp;A 互动环节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感谢大家的专注聆听。现在是提问与交流时间。无论是关于技术细节、行业案例、实施难点还是未来趋势的任何疑问，都欢迎提出。我们将共同探讨人工智能如何更好地服务于我们的业务与社会。请准备好您的宝贵观点，让我们开启这场富有启发的对话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致谢与联系方式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minimalist thank you slide with contact icons and QR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