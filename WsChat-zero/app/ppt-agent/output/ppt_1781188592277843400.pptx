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2222"/>
                </a:solidFill>
                <a:latin typeface="Microsoft YaHei"/>
              </a:defRPr>
            </a:pPr>
            <a:r>
              <a:t>大熊猫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中国国宝，全球珍稀物种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4754880"/>
            <a:ext cx="36576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大熊猫，哺乳动物，以竹子为主食，黑白相间的外表是其标志。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栖息地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主要分布于中国四川、陕西和甘肃的山区竹林中。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大熊猫在茂密竹林中行走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食性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99%的食物是竹子，每天进食12-38公斤。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大熊猫手拿竹子咬食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保护现状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从濒危降为易危，野外种群约1800只。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繁殖特点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每胎通常1仔，幼崽出生时仅100克重。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大熊猫妈妈怀抱幼崽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保护大熊猫，守护自然家园。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