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简约之道：极简主义设计美学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555555"/>
                </a:solidFill>
                <a:latin typeface="Microsoft YaHei"/>
              </a:defRPr>
            </a:pPr>
            <a:r>
              <a:t>欢迎进入极简主义设计的世界。本演示文稿将深入探讨极简主义（Minimalism）的核心哲学与实践应用。</a:t>
            </a:r>
            <a:br/>
            <a:br/>
            <a:r>
              <a:t>• 定义极简主义：不仅仅是视觉上的留白，更是功能与形式的完美统一。</a:t>
            </a:r>
            <a:br/>
            <a:r>
              <a:t>• 历史渊源：从包豪斯学派到现代数字界面设计的演变脉络。</a:t>
            </a:r>
            <a:br/>
            <a:r>
              <a:t>• 核心理念：少即是多（Less is More），强调剔除冗余，突出核心信息。</a:t>
            </a:r>
            <a:br/>
            <a:r>
              <a:t>• 设计原则：网格系统、排版层级、色彩限制与负空间的运用。</a:t>
            </a:r>
            <a:br/>
            <a:r>
              <a:t>• 应用场景：涵盖UI/U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1 / 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目录与议程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371600"/>
            <a:ext cx="9418320" cy="43891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503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BA0F0"/>
                </a:solidFill>
                <a:latin typeface="Microsoft YaHei"/>
              </a:defRPr>
            </a:pPr>
            <a:r>
              <a:t>[配图] clean agenda layout with minimalist icons and typography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2 / 21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极简主义的历史演变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2286000" cy="4572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极简主义并非凭空产生，它有着深厚的艺术与建筑根基。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20世纪初的包豪斯运动：主张形式追随功能，摒弃装饰，奠定了现代设计的理性基础。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1960年代的纽约极简艺术：艺术家如唐纳德贾德通过几何形状和工业材料，探索艺术的本质与空间关系。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1752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日本美学的影响：侘寂（Wabi-sabi）与禅宗思想强调不完美、短暂与自然，影响了东方极简风格。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3716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数字时代的复兴：随着信息过载，用户开始渴望清晰与宁静，极简UI成为移动互联网的主流。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92024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当代的多元化发展：极简不再单一，融合了粗野主义、新拟态等元素，变得更加灵活与包容。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46888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关键转折点：从纯粹的视觉简化转向以用户为中心的功能性简化。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301752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文化差异：西方极简偏向理性与秩序，东方极简更侧重意境与情感共鸣。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3 / 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核心哲学：少即是多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371600"/>
            <a:ext cx="9418320" cy="43891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503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BA0F0"/>
                </a:solidFill>
                <a:latin typeface="Microsoft YaHei"/>
              </a:defRPr>
            </a:pPr>
            <a:r>
              <a:t>[配图] minimalist architecture interior white space and light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4 / 21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色彩策略：克制与力量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2286000" cy="4572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在极简设计中，色彩的使用必须极其谨慎且目的明确。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单色或双色方案：通常使用黑白灰作为主基调，仅保留一种强调色用于关键交互点。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中性色的层次：利用不同深浅的灰色营造空间感与层次感，避免单调。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1752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高对比度应用：黑底白字或白底黑字确保最佳的可读性与视觉冲击力。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3716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色彩的情感暗示：蓝色代表科技与信任，绿色象征自然与健康，红色警示或促销。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92024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去饱和化处理：降低饱和度可使画面更柔和，符合现代审美趋势。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46888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渐变色的慎用：若使用渐变，应确保过渡平滑且颜色数量极少，避免杂乱。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301752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无障碍设计考量：确保色彩组合满足WCAG标准，照顾色盲用户群体。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5 / 21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排版艺术：字体的力量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371600"/>
            <a:ext cx="9418320" cy="43891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503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BA0F0"/>
                </a:solidFill>
                <a:latin typeface="Microsoft YaHei"/>
              </a:defRPr>
            </a:pPr>
            <a:r>
              <a:t>[配图] typography poster minimalist font layout black and white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6 / 21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负空间：无声的语言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2286000" cy="4572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负空间（Negative Space）是极简设计中最重要的隐形元素。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定义与作用：负空间是指对象周围的空白区域，它帮助界定主体，防止视觉拥挤。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双重意象技巧：巧妙利用负空间形成隐藏的第二层含义，增加设计的趣味性与记忆点。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1752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呼吸感营造：充足的留白让页面看起来轻盈、优雅，提升整体高级感。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3716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引导视线流动：通过调整元素周围的空白大小，控制用户的浏览路径。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92024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平衡构图：在大面积留白中放置小元素，可形成强烈的视觉焦点。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46888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响应式适配：负空间在不同屏幕尺寸下的自适应能力，确保移动端体验一致。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301752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心理效应：空白区域能缓解焦虑，让用户感到放松与控制感。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7 / 21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网格系统：秩序的基石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371600"/>
            <a:ext cx="9418320" cy="43891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503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BA0F0"/>
                </a:solidFill>
                <a:latin typeface="Microsoft YaHei"/>
              </a:defRPr>
            </a:pPr>
            <a:r>
              <a:t>[配图] design grid system overlay on webpage layout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8 / 21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图标与图形：简化符号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2286000" cy="4572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图标是极简UI中的通用语言，需具备极高的辨识度。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线性图标偏好：细线条图标比填充图标更显轻盈，符合极简气质。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几何化造型：使用圆形、方形、三角形等基本几何图形构建图标，去除细节。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1752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风格统一：整套图标必须在粗细、圆角、端点风格上保持高度一致。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3716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语义清晰：避免过度抽象，确保用户能在瞬间理解图标含义。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92024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微交互反馈：在悬停或点击时，图标应有细微的颜色变化或位移，提供操作确认。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46888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自定义优于库：尽量使用定制图标而非通用素材库，以体现品牌独特性。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301752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尺寸规范：设定标准的图标尺寸网格，确保缩放不失真。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9 / 21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图片选择：真实与质感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371600"/>
            <a:ext cx="9418320" cy="43891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503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BA0F0"/>
                </a:solidFill>
                <a:latin typeface="Microsoft YaHei"/>
              </a:defRPr>
            </a:pPr>
            <a:r>
              <a:t>[配图] high quality minimalist photography landscape nature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10 / 21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按钮与交互：清晰的指引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2286000" cy="4572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在极简界面中，交互元素必须清晰可见且易于操作。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明显的CTA：主要行动号召按钮使用高对比度颜色，位置醒目。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扁平化设计：去除阴影、渐变等拟物化效果，保持界面平整。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1752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状态反馈：按钮在按下、悬停、禁用状态下有明确的视觉差异。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3716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触摸目标大小：移动端按钮点击区域至少44x44像素，防止误触。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92024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表单简化：只保留必填字段，使用内联验证，减少用户输入负担。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46888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导航精简：顶部导航栏链接不超过7个，使用汉堡菜单收纳次要选项。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301752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加载状态：使用骨架屏或极简动画替代传统的转圈加载，提升等待体验。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11 / 21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案例研究：苹果公司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371600"/>
            <a:ext cx="9418320" cy="43891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503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BA0F0"/>
                </a:solidFill>
                <a:latin typeface="Microsoft YaHei"/>
              </a:defRPr>
            </a:pPr>
            <a:r>
              <a:t>[配图] Apple store interior minimalist design white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12 / 21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案例研究：无印良品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2286000" cy="4572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无印良品（MUJI）代表了生活领域的极简主义哲学。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品牌理念：“这样就好”，反对过度包装与品牌炫耀，回归物品本质。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产品设计：米色、白色、黑色为主色调，材质多为天然木材、棉麻。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1752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货架陈列：商品整齐排列，标签极简，仅保留必要信息，像仓库一样自然。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3716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空间设计：门店宽敞明亮，大量使用留白，让顾客自由探索。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92024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环保可持续：减少塑料使用，推行裸装销售，符合极简的环保价值观。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46888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跨品类一致性：从文具到家具，设计风格高度统一，强化品牌认知。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301752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启示：极简可以与温暖、舒适并存，关键在于材质的触感与氛围的营造。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13 / 21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案例研究：Telegram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371600"/>
            <a:ext cx="9418320" cy="43891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503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BA0F0"/>
                </a:solidFill>
                <a:latin typeface="Microsoft YaHei"/>
              </a:defRPr>
            </a:pPr>
            <a:r>
              <a:t>[配图] Telegram app interface screenshot blue theme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14 / 21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常见误区：伪极简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2286000" cy="4572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许多设计看似极简，实则陷入了误区，导致体验下降。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空洞无物：为了留白而留白，导致信息密度过低，用户找不到重点。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可读性差：过小的字体或过低的对比度，牺牲了功能性以换取美观。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1752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导航缺失：过度隐藏菜单，导致用户迷路，无法完成核心任务。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3716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缺乏个性：盲目套用模板，导致品牌面目模糊，缺乏辨识度。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92024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忽视反馈：极简动画如果过于缓慢或缺失，会让用户怀疑系统是否卡死。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46888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兼容性不足：未考虑到不同屏幕尺寸与分辨率下的显示效果。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301752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纠正方法：始终以用户测试为准，确保极简服务于内容传达而非自我表达。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15 / 21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数据驱动的设计决策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51560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5BA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503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5BA0F0"/>
                </a:solidFill>
                <a:latin typeface="Microsoft YaHei"/>
              </a:defRPr>
            </a:pPr>
            <a:r>
              <a:t>[bar图表]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16 / 21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实施步骤：从零开始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2286000" cy="4572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如何将极简理念应用到您的下一个项目中？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第一步：内容审计。列出所有现有元素，删除任何非必要的部分。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第二步：确定主次。明确页面的核心目标与唯一行动号召。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1752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第三步：草图绘制。在白纸上勾勒布局，专注于结构与留白。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3716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第四步：选择配色。选定一种主色与黑白灰，锁定字体家族。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92024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第五步：数字化制作。使用网格系统严格对齐所有元素。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46888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第六步：同行评审。邀请同事指出冗余之处，进行第二轮删减。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301752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第七步：用户测试。观察真实用户是否能轻松完成任务，根据反馈微调。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17 / 21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极简主义与品牌形象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371600"/>
            <a:ext cx="9418320" cy="43891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503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BA0F0"/>
                </a:solidFill>
                <a:latin typeface="Microsoft YaHei"/>
              </a:defRPr>
            </a:pPr>
            <a:r>
              <a:t>[配图] brand identity kit minimalist business card logo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18 / 21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未来趋势：动态极简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2286000" cy="4572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极简主义正在进化，融入新的技术与趋势。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微交互动画：细微的过渡动画增加趣味性，而不破坏简洁感。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深色模式：默认支持深色主题，节省电量并提供沉浸体验。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1752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语音界面：随着AI助手普及，极简设计延伸至音频交互领域。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3716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3D与VR：在虚拟空间中，极简几何体构建出高效的空间导航。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92024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个性化极简：算法根据用户习惯动态调整界面复杂度，实现“千人千面”的简。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46888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可持续设计：数字产品的极简化减少服务器负载，间接促进环保。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301752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混合媒体：结合视频、音频与文本，打造多维度的极简叙事体验。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19 / 21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总结与关键要点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2286000" cy="4572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回顾本次分享，极简主义设计的核心价值在于。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本质回归：去除噪音，直击内容与功能的核心。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用户体验：降低认知负荷，提升效率与满意度。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1752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视觉美学：通过留白、排版与色彩的克制，创造高级感。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3716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品牌力量：简洁的视觉语言有助于建立强大且持久的品牌印象。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92024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数据验证：通过A/B测试与数据分析，证明极简带来的商业价值。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46888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持续迭代：极简不是一劳永逸，需要不断根据反馈进行精简。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301752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行动号召：从今天开始，审视您的设计，勇于做减法，拥抱简约之美。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20 / 21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问答环节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371600"/>
            <a:ext cx="9418320" cy="43891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503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BA0F0"/>
                </a:solidFill>
                <a:latin typeface="Microsoft YaHei"/>
              </a:defRPr>
            </a:pPr>
            <a:r>
              <a:t>[配图] Q&amp;A session background simple elegant text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21 / 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