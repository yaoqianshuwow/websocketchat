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量子计算：开启未来的钥匙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C2D12"/>
                </a:solidFill>
                <a:latin typeface="Microsoft YaHei"/>
              </a:defRPr>
            </a:pPr>
            <a:r>
              <a:t>欢迎进入量子世界的大门。今天我们将揭开量子计算的神秘面纱，探索其如何颠覆传统计算范式。这不仅是技术的升级，更是人类认知边界的拓展。从经典比特到量子比特，从确定论到概率论，我们将见证算力的指数级爆发。无论您是科技爱好者还是行业专家，这场旅程都将为您带来全新的视角。让我们一同踏上这段从理论到应用的奇妙旅程，理解为何量子计算被视为下一次工业革命的核心引擎，并展望其对我们日常生活和全球科技的深远影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议程概览：探索量子之旅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本次演示将分为六个核心部分。首先，我们将回顾经典计算的极限，理解为何我们需要量子计算。其次，深入解析量子力学的基本原理，特别是叠加态和纠缠态。第三部分将介绍量子比特的物理实现及其挑战。接着，展示量子算法如何超越经典算法，通过具体案例说明其优势。第五部分将探讨量子计算在各行业的应用前景，包括制药、金融和材料科学。最后，我们将总结当前技术现状、面临的挑战以及未来的发展趋势，为您提供全面的行业洞察和 actionable 见解。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经典计算的摩尔定律困境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0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8C4A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量子比特：超越0和1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经典计算机使用比特（Bit），状态非0即1。而量子计算机使用量子比特（Qubit），利用量子力学特性，可以同时处于0和1的叠加态。想象一枚旋转的硬币，它在落地前既是正面也是反面。这种叠加态允许量子计算机并行处理海量信息。当一个系统包含多个量子比特时，其状态空间呈指数级增长。两个量子比特可表示四种状态，三个则能同时表示八种。这种并行性并非简单的速度提升，而是计算维度的根本性扩展。理解量子比特的叠加特性，是理解量子并行处理能力的基石，也是区分量子与经典计算的关键所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量子纠缠：幽灵般的关联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two glowing particles connected by light beams representing entanglement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量子干涉：放大正确答案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如果说叠加是可能性的集合，那么干涉就是筛选真理的过程。量子干涉利用波的叠加原理，使得错误路径的波相互抵消（相消干涉），正确路径的波相互增强（相长干涉）。在量子算法中，我们通过精心设计的量子门操作，引导量子态演化。目标是让指向正确答案的状态概率幅最大化，而指向错误答案的状态概率幅最小化。测量时，系统坍缩到高概率的正确结果。这一过程类似于光学中的激光原理，通过精确调控相位，从噪音中提取信号。理解干涉机制，对于掌握Shor算法、Grover算法等核心量子算法至关重要，它是量子并行性转化为实际优势的关键步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量子硬件实现技术对比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0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8C4A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退相干与噪声：最大的敌人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量子态极其脆弱，任何与环境的热扰动、电磁辐射或机械振动相互作用，都会导致量子信息的丢失，即“退相干”。这是量子计算机面临的最大挑战之一。退相干时间越短，能执行的计算步骤越少。此外，量子门操作存在误差，积累起来会导致计算结果失真。为应对这一问题，科学家开发了量子纠错码，通过冗余编码保护逻辑量子比特。然而，纠错需要消耗大量物理量子比特，目前我们仍处在含噪声中等规模量子（NISQ）时代。理解噪声和退相干机制，对于评估当前量子硬件的能力边界至关重要。降低噪声、延长相干时间是提升量子计算机实用性的核心攻关方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Shor算法：破解RSA加密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digital lock breaking with quantum wave effects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Grover算法：加速无序搜索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Grover算法提供了一种通用的无序数据库搜索加速方案。经典搜索需要检查N/2个元素才能找到目标，时间复杂度为O(N)。Grover算法利用量子干涉，仅需约根号N次迭代即可找到目标，时间复杂度为O(√N)。虽然加速倍数不如Shor算法惊人，但其应用范围更广。它可用于优化组合问题、机器学习数据筛选和数据库查询加速。例如，在拥有100万个记录的数据库中搜索，经典计算机可能需要50万次操作，而量子计算机仅需1000次左右。这种平方根加速在海量数据处理场景中具有显著价值，特别是在需要频繁遍历大型数据集的业务场景中，能大幅提升响应速度和处理效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量子模拟：制药行业的革命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3D protein molecule structure interacting with quantum particles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金融建模：优化投资组合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0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8C4A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物流与供应链优化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global logistics network map with glowing connection 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人工智能：量子机器学习的融合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量子计算与人工智能（AI）的结合被称为量子机器学习（QML）。量子计算机可以加速机器学习中的线性代数运算，如矩阵求逆和特征值分解。量子支持向量机（QSVM）和量子神经网络（QNN）可能在高维数据空间中提供更强的分类和回归能力。此外，量子生成模型（如量子GANs）可以生成更复杂的分布数据，用于数据增强。虽然目前仍处于研究阶段，但QML有望突破经典AI在训练速度和模型复杂度上的瓶颈。特别是在处理海量高维数据时，量子特征映射可以将数据投射到极高维希尔伯特空间，使得线性不可分问题变得线性可分。企业应关注这一交叉领域，探索其在图像识别、自然语言处理和推荐系统中的潜在应用价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材料科学：发现新一代电池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close up of lithium ion battery cross section with glowing electrons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气候建模：精准预测未来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气候变化模拟涉及极其复杂的大气、海洋和生态系统相互作用。经典超级计算机虽然强大，但在处理多尺度耦合模型时仍显吃力。量子计算可以提供更高的计算精度和更快的模拟速度，帮助科学家更准确地预测极端天气事件、海平面上升和碳排放影响。通过优化气候模型参数，量子算法能更细致地模拟云层形成、洋流变化和碳循环过程。这将为政策制定者提供更可靠的数据支持，以制定有效的减排策略和适应措施。此外，量子计算还能优化电网调度，整合间歇性可再生能源（如风能和太阳能），提高能源系统的稳定性和效率。在应对全球气候挑战方面，量子计算将成为不可或缺的智力工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当前挑战：规模、成本与人才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scientist working on quantum computer in clean room suit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生态系统：云计算普及量子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为了让公众和企业接触量子计算，主要科技公司通过云平台提供量子硬件访问服务。IBM Quantum、Amazon Braket、Microsoft Azure Quantum等平台允许开发者通过API运行量子程序。这种“量子即服务”（QaaS）模式降低了入门门槛，使研究人员和开发者无需拥有昂贵的硬件即可探索量子算法。它促进了开源社区的发展，如Qiskit、Cirq等框架的普及。通过云端，企业可以测试特定业务问题的量子解决方案，评估其商业价值。这种民主化趋势加速了量子软件生态的繁荣，培养了用户群体。对于非硬件专家而言，云平台是当前学习和实验量子计算的最佳途径，也是企业构建量子战略的实验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未来展望：通用容错量子计算机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futuristic data center with holographic quantum interfaces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关键总结与行动建议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量子计算正处于从理论走向实用的关键阶段。核心要点包括：1. 量子优势已在特定问题上证明，但通用计算尚早。2. NISQ时代是算法探索和应用的黄金期。3. 后量子密码学需立即启动迁移计划。4. 关注制药、金融、物流等特定领域的量子加速潜力。5. 积极参与量子云平台实验，培养内部人才。对于企业领导者，建议成立量子战略小组，评估现有业务流程中适合量子优化的环节。与学术机构和科技公司建立合作关系，跟踪技术进展。不要等待完美技术，而是从现在开始积累量子知识和经验，为未来的量子革命做好准备。谁先布局，谁将在下一次技术浪潮中占据先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感谢聆听与问答环节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speaker at podium with audience raising hands in Q&amp;A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