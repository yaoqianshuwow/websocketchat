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世界杯：全球足球的终极盛宴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- 国际足联世界杯（FIFA World Cup）是全球最具影响力的单项体育赛事</a:t>
            </a:r>
            <a:br/>
            <a:r>
              <a:t>- 每四年举办一次，汇聚200多个国家和地区的顶尖球队</a:t>
            </a:r>
            <a:br/>
            <a:r>
              <a:t>- 不仅是体育竞技，更是文化交流与和平的象征</a:t>
            </a:r>
            <a:br/>
            <a:r>
              <a:t>- 自1930年首届在乌拉圭举办以来，已走过近百年历程</a:t>
            </a:r>
            <a:br/>
            <a:r>
              <a:t>- 决赛阶段由32支球队（2026年起扩军至48支）角逐</a:t>
            </a:r>
            <a:br/>
            <a:r>
              <a:t>- 冠军奖杯为大力神杯，象征着足球界的最高荣誉</a:t>
            </a:r>
            <a:br/>
            <a:r>
              <a:t>- 世界杯激发全球数十亿观众的共鸣，创造巨大的商业价值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目录与核心议题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第一部分：世界杯的历史沿革与里程碑事件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第二部分：赛事赛制演变与规则详解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第三部分：历届经典战役与传奇球星回顾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第四部分：世界杯对主办国经济与社会的深远影响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第五部分：商业价值分析：赞助、转播与品牌营销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第六部分：科技赋能：VAR、半自动越位等技术创新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第七部分：2026年美加墨世界杯展望与挑战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第八部分：总结与关键启示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通过多维度数据分析，全面解读世界杯现象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历史沿革：从乌拉圭到全球普及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vintage black and white photo of 1930 world cup final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赛制演变：从淘汰到小组循环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早期赛制：多为纯淘汰制，缺乏观赏性与公平性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1950年：采用独特的循环小组决赛制，极具戏剧性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1970年代：确立小组赛+淘汰赛的现代基本框架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1982年：扩军至24队，增加第二轮小组赛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1998年至今：固定为32支球队，分8个小组，每组前两名晋级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2026年新赛制：扩军至48队，分12个小组，每组前两名及8个最佳第三名晋级32强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新赛制旨在平衡竞技公平性与商业利益，增加比赛场次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平局决胜机制：点球大战、加时赛及公平竞赛积分规则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赛制的每一次调整都深刻影响着战术打法与球队战略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经典战役：永载史册的瞬间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messi lifting world cup trophy 2022 joy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传奇球星：定义时代的巨星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贝利（巴西）：唯一三夺世界杯的球员，球王象征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马拉多纳（阿根廷）：1986年单人带队夺冠，神性存在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齐达内（法国）：技术大师，1998与2000年双冠王核心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罗纳尔多（巴西）：外星人般的速度与技术，两届金球奖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梅西（阿根廷）：历史最佳候选人，2022年圆梦世界杯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C罗（葡萄牙）：进球机器，多次赛事最佳射手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这些球星超越了体育范畴，成为全球偶像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他们的职业生涯激励了无数青少年投身足球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数据分析显示，球星效应直接带动赛事收视率飙升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经济影响：主办国的机遇与挑战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modern stadium aerial view crowd cheering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社会影响：国家认同与团结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凝聚国民情感：世界杯期间，国内政治分歧暂时淡化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民族自豪感：胜利带来强烈的国家认同与集体荣誉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社会包容性：促进种族、宗教间的对话与理解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城市形象重塑：改善贫民窟、提升公共安全成为契机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潜在风险：球迷骚乱、排外情绪需加强管理与引导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教育意义：体育精神（公平、合作、坚韧）融入学校教育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社区参与： grassroots football项目借势推广，提升参与度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数据显示，世界杯后主办国公民幸福感指数通常短暂上升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商业价值：千亿级的全球市场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数据分析：收视率与参与度趋势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科技赋能：VAR与半自动越位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referee checking VAR monitor sideline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战术演变：从全攻全守到控球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1970s：荷兰“全攻全守”战术，强调位置流动性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1990s：意大利“链式防守”，注重防守组织与反击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2000s：西班牙“Tiki-Taka”，极致控球与短传渗透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2010s：高位逼抢与快速转换成为主流趋势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2020s：数据驱动战术，基于期望进球（xG）的决策优化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阵型多样化：3-5-2、4-3-3、4-2-3-1灵活切换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球员角色模糊化：边后卫内收、前锋回撤等创新打法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教练团队专业化：数据分析员、体能师、心理专家不可或缺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球员健康与运动科学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负荷管理：密集赛程下预防肌肉损伤成为关键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营养科学：个性化饮食计划提升体能恢复效率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睡眠监测：可穿戴设备实时监控睡眠质量与恢复状态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心理训练：冥想、可视化技巧帮助球员应对大赛压力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伤病预防：动态热身与冷却程序标准化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回归计划：术后康复周期科学化，避免二次受伤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伦理挑战：过度使用医疗手段是否违背体育精神？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运动科学的进步延长了球星职业生涯巅峰期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女性世界杯：快速发展的新赛道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women's world cup final celebration goalscorer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环保与可持续性：绿色世界杯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碳足迹管理：减少比赛、旅行与建设的碳排放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可再生能源：场馆供电采用太阳能、风能等清洁电力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水资源保护：节水灌溉系统与雨水收集利用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废物管理：零废弃目标，推广可降解材料与循环利用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生物多样性：选址避开生态敏感区，保护当地物种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2022卡塔尔世界杯承诺碳中和，但成效存疑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2030年申办规则强化环保指标权重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可持续发展成为主办国竞选的核心竞争力之一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地缘政治：体育与政治的交织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外交工具：世界杯常成为国家间缓和或施压的场合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抵制与制裁：冷战时期多国抵制莫斯科奥运会，世界杯亦有先例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人权争议：主办国人权记录引发国际舆论关注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2022卡塔尔：劳工权利、LGBTQ+权益引发广泛讨论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体育无国界理念 vs 现实政治利益冲突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国际足联面临改革压力，需保持中立与公正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球迷行为：极端民族主义与暴力事件需严厉打击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平衡体育纯粹性与政治现实是长期挑战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2026美加墨世界杯：新挑战与新机遇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map of north america showing host cities 2026 world cup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青训体系：挖掘未来之星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欧洲模式：俱乐部青训营系统化培养，如拉玛西亚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南美模式：街头足球与社区俱乐部结合，注重天赋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亚洲模式：政府主导与学校体育结合，逐步专业化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关键要素：早期专项化 vs 多元化运动发展之争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教练资质：持证教练比例直接影响青训质量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数据追踪：建立球员成长数据库，科学评估潜力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心理建设：培养抗压能力与团队协作精神同样重要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可持续的青训是国家队长期竞争力的基石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博彩与赌博：灰色地带监管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全球体育博彩市场规模庞大，世界杯期间尤为活跃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合法化趋势：多国逐步开放在线体育博彩牌照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欺诈风险：假球、操纵比分严重损害赛事公信力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监管措施：建立异常投注监测系统，与国际刑警合作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责任博彩：倡导理性投注，设置限额与自我排除机制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未成年人保护：严格禁止向未成年人提供博彩服务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道德困境：赞助商与博彩业的关系引发伦理争议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平衡商业利益与社会责任感是行业共识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关键启示与未来展望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世界杯不仅是体育盛事，更是全球文化与经济引擎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科技与数据正在重塑赛事体验与管理方式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可持续性与伦理责任成为未来主办方的必修课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性别平等与包容性发展是行业进步的重要标志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商业价值挖掘需兼顾长期品牌建设与短期收益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面对地缘政治挑战，体育应保持相对独立与中立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2026年扩军带来新机遇，也考验组织能力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持续创新与适应变化是维持世界杯生命力的关键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感谢聆听与问答环节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confetti falling stadium lights bright atmosphere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