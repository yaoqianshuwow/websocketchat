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简约主义设计美学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555555"/>
                </a:solidFill>
                <a:latin typeface="Microsoft YaHei"/>
              </a:defRPr>
            </a:pPr>
            <a:r>
              <a:t>简约主义（Minimalism）并非简单的“少”，而是一种经过深思熟虑的“精炼”。它源于20世纪初的现代主义运动，强调“少即是多”（Less is More）。本演示文稿将深入探讨简约主义的核心原则、历史背景及其在当代设计、建筑、科技产品及生活方式中的广泛应用。我们将分析如何通过去除冗余元素，突显核心信息与功能，从而提升用户体验与视觉冲击力。此外，还将讨论简约主义背后的心理学机制，以及它如何帮助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</a:defRPr>
            </a:pPr>
            <a:r>
              <a:t>1 / 21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22222"/>
                </a:solidFill>
                <a:latin typeface="Microsoft YaHei"/>
              </a:defRPr>
            </a:pPr>
            <a:r>
              <a:t>演示大纲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1371600"/>
            <a:ext cx="9418320" cy="438912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2743200"/>
            <a:ext cx="8503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5BA0F0"/>
                </a:solidFill>
                <a:latin typeface="Microsoft YaHei"/>
              </a:defRPr>
            </a:pPr>
            <a:r>
              <a:t>[配图] clean white agenda board with black minimalist typography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309360"/>
            <a:ext cx="11247120" cy="36576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</a:defRPr>
            </a:pPr>
            <a:r>
              <a:t>2 / 21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22222"/>
                </a:solidFill>
                <a:latin typeface="Microsoft YaHei"/>
              </a:defRPr>
            </a:pPr>
            <a:r>
              <a:t>核心定义：少即是多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1371600"/>
            <a:ext cx="9418320" cy="438912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2743200"/>
            <a:ext cx="8503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5BA0F0"/>
                </a:solidFill>
                <a:latin typeface="Microsoft YaHei"/>
              </a:defRPr>
            </a:pPr>
            <a:r>
              <a:t>[配图] close up of a single red apple on white surface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309360"/>
            <a:ext cx="11247120" cy="36576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</a:defRPr>
            </a:pPr>
            <a:r>
              <a:t>3 / 21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22222"/>
                </a:solidFill>
                <a:latin typeface="Microsoft YaHei"/>
              </a:defRPr>
            </a:pPr>
            <a:r>
              <a:t>历史渊源：现代主义的兴起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1371600"/>
            <a:ext cx="9418320" cy="438912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2743200"/>
            <a:ext cx="8503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5BA0F0"/>
                </a:solidFill>
                <a:latin typeface="Microsoft YaHei"/>
              </a:defRPr>
            </a:pPr>
            <a:r>
              <a:t>[配图] Bauhaus building exterior minimalist architecture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309360"/>
            <a:ext cx="11247120" cy="36576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</a:defRPr>
            </a:pPr>
            <a:r>
              <a:t>4 / 21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22222"/>
                </a:solidFill>
                <a:latin typeface="Microsoft YaHei"/>
              </a:defRPr>
            </a:pPr>
            <a:r>
              <a:t>东方美学：侘寂与禅意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2286000" cy="4572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• 除了西方现代主义，东方美学也是简约主义的重要源泉。日本的“侘寂”（Wabi-sabi）美学欣赏不完美、无常和残缺之美，强调自然材质的质感和岁月的痕迹。禅宗（Zen）思想则通过冥想和极简的生活仪式，追求内心的平静与专注。这种东方视角的简约更注重精神层面和情感体验，而非单纯的视觉整洁。它鼓励人们接受生活的本来面貌，从简单的日常物品中发现深层的美。这种哲学与西方的理性简约相辅相成，共同构建了现代简约主义的多元内涵，使其不仅仅是一种风格，更是一种生活态度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309360"/>
            <a:ext cx="11247120" cy="36576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</a:defRPr>
            </a:pPr>
            <a:r>
              <a:t>5 / 21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22222"/>
                </a:solidFill>
                <a:latin typeface="Microsoft YaHei"/>
              </a:defRPr>
            </a:pPr>
            <a:r>
              <a:t>视觉原则：留白的艺术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1371600"/>
            <a:ext cx="9418320" cy="438912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2743200"/>
            <a:ext cx="8503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5BA0F0"/>
                </a:solidFill>
                <a:latin typeface="Microsoft YaHei"/>
              </a:defRPr>
            </a:pPr>
            <a:r>
              <a:t>[配图] poster design with large white space and small text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309360"/>
            <a:ext cx="11247120" cy="36576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</a:defRPr>
            </a:pPr>
            <a:r>
              <a:t>6 / 21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22222"/>
                </a:solidFill>
                <a:latin typeface="Microsoft YaHei"/>
              </a:defRPr>
            </a:pPr>
            <a:r>
              <a:t>视觉原则：字体与排版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2286000" cy="4572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• 在简约设计中，字体即图形。选择少而精的字体系列至关重要。通常，使用一种无衬线字体（Sans-serif）即可满足大多数需求，因其线条干净、现代感强。排版应遵循严格的网格系统，确保对齐和间距的一致性。限制颜色种类，通常使用黑白灰为主色调，辅以一种强调色。避免使用花哨的字体特效，如阴影、浮雕或过度加粗。层级结构应通过字号大小、粗细或颜色对比来清晰呈现，而不是通过复杂的装饰线或框线。清晰的可读性是简约设计的底线，任何影响阅读的装饰都应被移除。简洁的排版不仅美观，更能提高信息传播的效率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309360"/>
            <a:ext cx="11247120" cy="36576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</a:defRPr>
            </a:pPr>
            <a:r>
              <a:t>7 / 21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22222"/>
                </a:solidFill>
                <a:latin typeface="Microsoft YaHei"/>
              </a:defRPr>
            </a:pPr>
            <a:r>
              <a:t>视觉原则：色彩的限制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1371600"/>
            <a:ext cx="9418320" cy="438912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2743200"/>
            <a:ext cx="8503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5BA0F0"/>
                </a:solidFill>
                <a:latin typeface="Microsoft YaHei"/>
              </a:defRPr>
            </a:pPr>
            <a:r>
              <a:t>[配图] minimalist color palette swatches neutral tones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309360"/>
            <a:ext cx="11247120" cy="36576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</a:defRPr>
            </a:pPr>
            <a:r>
              <a:t>8 / 21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22222"/>
                </a:solidFill>
                <a:latin typeface="Microsoft YaHei"/>
              </a:defRPr>
            </a:pPr>
            <a:r>
              <a:t>建筑领域：形式追随功能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1371600"/>
            <a:ext cx="9418320" cy="438912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2743200"/>
            <a:ext cx="8503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5BA0F0"/>
                </a:solidFill>
                <a:latin typeface="Microsoft YaHei"/>
              </a:defRPr>
            </a:pPr>
            <a:r>
              <a:t>[配图] Tadao Ando concrete wall architecture with shadow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309360"/>
            <a:ext cx="11247120" cy="36576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</a:defRPr>
            </a:pPr>
            <a:r>
              <a:t>9 / 21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22222"/>
                </a:solidFill>
                <a:latin typeface="Microsoft YaHei"/>
              </a:defRPr>
            </a:pPr>
            <a:r>
              <a:t>产品设计：iPhone的革命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2286000" cy="4572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• 苹果公司的iPhone是简约主义在消费产品中最成功的案例。前设计总监乔纳森·伊夫（Jony Ive）深受迪特·拉姆斯（Dieter Rams）的影响，追求“少但更好”（Less, but better）的理念。iPhone移除了物理键盘，仅保留一个主屏幕按钮，使正面看起来像一个纯粹的玻璃面板。这种设计消除了用户的选择困惑，简化了交互流程。产品的线条流畅，材质单一，颜色克制。这种极简设计不仅提升了美感，更降低了生产成本，提高了耐用性。它证明了简约不仅仅是美学选择，更是提升用户体验和商业竞争力的强大策略。如今，几乎所有智能手机都采用了类似的全面屏极简设计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309360"/>
            <a:ext cx="11247120" cy="36576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</a:defRPr>
            </a:pPr>
            <a:r>
              <a:t>10 / 21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22222"/>
                </a:solidFill>
                <a:latin typeface="Microsoft YaHei"/>
              </a:defRPr>
            </a:pPr>
            <a:r>
              <a:t>数字界面：用户体验（UX）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1371600"/>
            <a:ext cx="9418320" cy="438912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2743200"/>
            <a:ext cx="8503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5BA0F0"/>
                </a:solidFill>
                <a:latin typeface="Microsoft YaHei"/>
              </a:defRPr>
            </a:pPr>
            <a:r>
              <a:t>[配图] smartphone screen showing clean app interface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309360"/>
            <a:ext cx="11247120" cy="36576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</a:defRPr>
            </a:pPr>
            <a:r>
              <a:t>11 / 21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22222"/>
                </a:solidFill>
                <a:latin typeface="Microsoft YaHei"/>
              </a:defRPr>
            </a:pPr>
            <a:r>
              <a:t>品牌标识：Logo的简化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2286000" cy="4572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• 众多知名品牌进行了Logo的简化，以适配数字媒体和全球化需求。星巴克去除了外圈的文字和复杂的插画，只保留绿色的美人鱼标志。Mastercard将两个交错的圆圈简化为平面色彩，去除了阴影和渐变。Nike的Swoosh标志自诞生以来几乎没有变化，因为它足够简洁、易识别且具有动感。简化的Logo更具适应性，在小尺寸屏幕、移动应用图标或刺绣上依然清晰可见。这种趋势反映了品牌从强调历史传承向强调核心价值的转变。一个简约的Logo更容易被记忆和传播，成为品牌最有力的视觉资产。简化过程通常需要经过多次用户测试，以确保辨识度不降低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309360"/>
            <a:ext cx="11247120" cy="36576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</a:defRPr>
            </a:pPr>
            <a:r>
              <a:t>12 / 21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22222"/>
                </a:solidFill>
                <a:latin typeface="Microsoft YaHei"/>
              </a:defRPr>
            </a:pPr>
            <a:r>
              <a:t>极简摄影：构图的减法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1371600"/>
            <a:ext cx="9418320" cy="438912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2743200"/>
            <a:ext cx="8503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5BA0F0"/>
                </a:solidFill>
                <a:latin typeface="Microsoft YaHei"/>
              </a:defRPr>
            </a:pPr>
            <a:r>
              <a:t>[配图] minimalist photography lone tree in fog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309360"/>
            <a:ext cx="11247120" cy="36576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</a:defRPr>
            </a:pPr>
            <a:r>
              <a:t>13 / 21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22222"/>
                </a:solidFill>
                <a:latin typeface="Microsoft YaHei"/>
              </a:defRPr>
            </a:pPr>
            <a:r>
              <a:t>生活方式：断舍离哲学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1371600"/>
            <a:ext cx="9418320" cy="438912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2743200"/>
            <a:ext cx="8503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5BA0F0"/>
                </a:solidFill>
                <a:latin typeface="Microsoft YaHei"/>
              </a:defRPr>
            </a:pPr>
            <a:r>
              <a:t>[配图] tidy minimalist closet with organized clothes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309360"/>
            <a:ext cx="11247120" cy="36576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</a:defRPr>
            </a:pPr>
            <a:r>
              <a:t>14 / 21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22222"/>
                </a:solidFill>
                <a:latin typeface="Microsoft YaHei"/>
              </a:defRPr>
            </a:pPr>
            <a:r>
              <a:t>心理益处：专注与平静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2286000" cy="4572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• 简约生活对心理健康有显著的积极影响。信息过载是现代人的主要压力源之一，而简约主义通过减少视觉和信息的噪音，帮助大脑恢复平静。神经科学研究表明，处理复杂视觉信息需要消耗大量认知资源，而简约环境能降低认知负荷，使人更容易进入心流状态（Flow）。简约的空间让人感到可控和安全，减少焦虑感。此外，简约生活方式鼓励人们从物质追求转向体验追求，如旅行、学习或陪伴家人，这些活动能带来更深层次的满足感和幸福感。通过有意识地简化生活，人们能够夺回对注意力的控制权，活得更清醒、更自觉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309360"/>
            <a:ext cx="11247120" cy="36576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</a:defRPr>
            </a:pPr>
            <a:r>
              <a:t>15 / 21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22222"/>
                </a:solidFill>
                <a:latin typeface="Microsoft YaHei"/>
              </a:defRPr>
            </a:pPr>
            <a:r>
              <a:t>商业优势：效率与成本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1371600"/>
            <a:ext cx="9418320" cy="438912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2743200"/>
            <a:ext cx="8503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5BA0F0"/>
                </a:solidFill>
                <a:latin typeface="Microsoft YaHei"/>
              </a:defRPr>
            </a:pPr>
            <a:r>
              <a:t>[配图] modern minimalist office workspace clean desk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309360"/>
            <a:ext cx="11247120" cy="36576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</a:defRPr>
            </a:pPr>
            <a:r>
              <a:t>16 / 21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22222"/>
                </a:solidFill>
                <a:latin typeface="Microsoft YaHei"/>
              </a:defRPr>
            </a:pPr>
            <a:r>
              <a:t>常见误区：简约并非空洞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2286000" cy="4572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• 许多人误以为简约就是简陋、贫穷或未完成。这是一个严重的误解。真正的简约是经过精心设计和推敲的结果，它要求极高的控制力和审美判断力。简约的设计往往在背后隐藏着复杂的逻辑和工程考量，只是呈现给用户时显得毫不费力。例如，一个看似简单的按钮，其位置、大小、颜色和点击反馈都经过无数次测试。空洞缺乏内容才是简约的大敌。简约是为了更好地表达内容，而不是为了展示空白。它要求创作者具备深厚的功力和自信，敢于做减法。如果无法在简化后保持信息的完整性和美感，那就说明简化得还不够彻底，或者内容本身需要重构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309360"/>
            <a:ext cx="11247120" cy="36576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</a:defRPr>
            </a:pPr>
            <a:r>
              <a:t>17 / 21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22222"/>
                </a:solidFill>
                <a:latin typeface="Microsoft YaHei"/>
              </a:defRPr>
            </a:pPr>
            <a:r>
              <a:t>实践指南：如何开始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1371600"/>
            <a:ext cx="9418320" cy="438912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2743200"/>
            <a:ext cx="8503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5BA0F0"/>
                </a:solidFill>
                <a:latin typeface="Microsoft YaHei"/>
              </a:defRPr>
            </a:pPr>
            <a:r>
              <a:t>[配图] person organizing desk removing clutter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309360"/>
            <a:ext cx="11247120" cy="36576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</a:defRPr>
            </a:pPr>
            <a:r>
              <a:t>18 / 21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22222"/>
                </a:solidFill>
                <a:latin typeface="Microsoft YaHei"/>
              </a:defRPr>
            </a:pPr>
            <a:r>
              <a:t>案例分析：无印良品（MUJI）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1371600"/>
            <a:ext cx="9418320" cy="438912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2743200"/>
            <a:ext cx="8503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5BA0F0"/>
                </a:solidFill>
                <a:latin typeface="Microsoft YaHei"/>
              </a:defRPr>
            </a:pPr>
            <a:r>
              <a:t>[配图] MUJI store interior minimalist display shelves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309360"/>
            <a:ext cx="11247120" cy="36576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</a:defRPr>
            </a:pPr>
            <a:r>
              <a:t>19 / 21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22222"/>
                </a:solidFill>
                <a:latin typeface="Microsoft YaHei"/>
              </a:defRPr>
            </a:pPr>
            <a:r>
              <a:t>总结与关键要点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2286000" cy="4572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• 简约主义是一种跨越美学、设计和生活方式的综合哲学。其关键要点包括：1. 核心聚焦：剔除冗余，突显本质。2. 留白力量：利用空间引导视线，提升可读性。3. 克制色彩：限制 palette，增强视觉统一性。4. 功能优先：形式追随功能，确保实用性。5. 心理效益：减少噪音，提升专注与平静。6. 商业价值：提高效率，降低成本，增强品牌辨识度。简约不是终点，而是一种持续优化的过程。它要求我们在面对复杂世界时，保持清醒的头脑和简洁的表达。通过实践简约，我们可以获得更自由、更专注、更高质量的生活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309360"/>
            <a:ext cx="11247120" cy="36576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</a:defRPr>
            </a:pPr>
            <a:r>
              <a:t>20 / 21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22222"/>
                </a:solidFill>
                <a:latin typeface="Microsoft YaHei"/>
              </a:defRPr>
            </a:pPr>
            <a:r>
              <a:t>致谢与问答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2286000" cy="4572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• 感谢大家的聆听与关注。简约主义不仅是一种设计风格，更是一种思考问题和处理生活的方式。希望今天的分享能为您提供新的视角和实用的工具，帮助您在设计工作或日常生活中实践简约理念。通过不断的简化与提炼，我们可以发现更多被忽略的美好与效率。现在，我非常乐意回答您的任何问题。无论是关于设计技巧、生活建议还是对简约主义的哲学探讨，都欢迎提出。让我们一起探索简约带来的无限可能，创造更清晰、更纯净的未来。请提出您的疑问，我们进行互动讨论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309360"/>
            <a:ext cx="11247120" cy="36576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</a:defRPr>
            </a:pPr>
            <a:r>
              <a:t>21 / 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