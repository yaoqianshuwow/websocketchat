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2024年中国奢侈品市场年度回顾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Microsoft YaHei"/>
              </a:defRPr>
            </a:pPr>
            <a:r>
              <a:t>封面页：深入解析中国奢侈品消费的最新趋势。</a:t>
            </a:r>
            <a:br/>
            <a:r>
              <a:t>- 核心主题：从爆发式增长到理性回归。</a:t>
            </a:r>
            <a:br/>
            <a:r>
              <a:t>- 关键数据概览：2023年中国消费者占全球奢侈品支出的40%。</a:t>
            </a:r>
            <a:br/>
            <a:r>
              <a:t>- 报告目的：为品牌提供战略洞察，应对市场变革。</a:t>
            </a:r>
            <a:br/>
            <a:r>
              <a:t>- 视觉重点：高端质感背景，简约 typography 设计。</a:t>
            </a:r>
            <a:br/>
            <a:r>
              <a:t>- 行业背景：后疫情时代，消费者行为发生深刻结构性变化。</a:t>
            </a:r>
            <a:br/>
            <a:r>
              <a:t>- 未来展望：数字化、本土化与可持续性成为新引擎。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 /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目录与核心议程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1. 市场宏观数据回顾：规模、增速与全球占比。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2. 消费者画像演变：Z世代、新中产与银发族。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3. 品类趋势分析：皮具、珠宝、鞋履及美妆的动态。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4. 渠道变革：线上电商、直播带货与线下体验店。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5. 品牌策略：国际化 vs 本土化创新的博弈。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6. 数字化与AI应用：精准营销与个性化体验。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7. 可持续性发展：环保材料与道德消费兴起。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8. 案例研究：LVMH、Hermès与本土品牌的成败。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9. 挑战与风险：地缘政治与经济波动的影响。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5661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10. 未来预测与战略建议。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第一章：市场宏观数据概览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515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5BA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BA0F0"/>
                </a:solidFill>
                <a:latin typeface="Microsoft YaHei"/>
              </a:defRPr>
            </a:pPr>
            <a:r>
              <a:t>[bar图表]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第二章：消费者画像：Z世代崛起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young asian woman shopping in modern luxury boutique using smartphone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第三章：品类趋势：皮具与珠宝的博弈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515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5BA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BA0F0"/>
                </a:solidFill>
                <a:latin typeface="Microsoft YaHei"/>
              </a:defRPr>
            </a:pPr>
            <a:r>
              <a:t>[pie图表]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第四章：渠道变革：全链路数字化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digital tablet displaying luxury shopping app interface with data charts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第五章：品牌策略：本土化与创新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文化融合：国际品牌加大与中国传统文化的结合，如春节限定系列、生肖联名。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明星代言：从单一全球代言人转向启用本土当红明星，以贴近年轻受众。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渠道下沉：加速进入新一线及二线城市核心商圈，开设大型旗舰店。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产品创新：推出更符合中国人体型和使用习惯的产品规格与功能。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营销本土化：利用微信生态、抖音挑战赛等本土社交平台进行精准投放。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挑战：如何在保持全球品牌一致性的同时，实现深度的本土创新。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成功案例：Dior、Gucci等品牌通过深耕本地社群获得显著增长。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第六章：数字化与AI技术应用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futuristic AI robot presenting luxury fashion items with holographic interface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第七章：可持续发展与伦理消费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eco-friendly luxury packaging with green leaves and recycled materials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第八章：案例研究：LVMH集团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LVMH group logo with iconic brand logos like Louis Vuitton and Dior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第九章：案例研究：爱马仕（Hermès）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craftsman hand stitching leather Hermes bag in traditional workshop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第十章：挑战与风险：宏观经济影响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515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5BA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BA0F0"/>
                </a:solidFill>
                <a:latin typeface="Microsoft YaHei"/>
              </a:defRPr>
            </a:pPr>
            <a:r>
              <a:t>[line图表]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第十一章：新兴渠道：二手与租赁市场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collection of luxury handbags in various conditions for resale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第十二章：营销创新：社交媒体内容策略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smartphone screen showing Xiaohongshu and Douyin social media feeds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第十三章：设计趋势：简约与功能性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minimalist luxury fashion design sketch with neutral colors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第十四章：零售体验：线下门店转型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modern luxury retail store interior with artistic lighting and spacious layout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第十五章：投资视角：奢侈品股票表现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515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5BA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BA0F0"/>
                </a:solidFill>
                <a:latin typeface="Microsoft YaHei"/>
              </a:defRPr>
            </a:pPr>
            <a:r>
              <a:t>[line图表]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第十六章：社会责任：ESG实践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green leaf symbol on luxury product packaging representing sustainability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第十七章：未来预测：2025-2030趋势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futuristic luxury store with holographic displays and diverse customers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第十八章：战略建议：给品牌方的行动指南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深耕本土：建立本地团队，深入理解中国文化和消费习惯。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数字化先行：加大科技投入，构建全渠道数字化营销体系。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强化供应链：优化全球供应链，提高响应速度和灵活性。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注重体验：从产品导向转向体验导向，打造全方位品牌触点。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可持续发展：将ESG融入核心战略，提升品牌长期价值。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灵活定价：根据市场变化调整定价策略，平衡利润与销量。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用户运营：建立完善的CRM系统，提升客户忠诚度和生命周期价值。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第十九章：总结与关键洞察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group of diverse professionals discussing strategy in modern office with charts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第二十页：致谢与问答环节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感谢观看：感谢各位的时间和关注。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联系方式：请扫描二维码获取更多详细报告和数据。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Q&amp;A环节：欢迎提出您的问题，我们将竭诚解答。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社交媒体：关注我们的小红书、微信公众号和LinkedIn账号。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反馈收集：欢迎提供本报告的意见和建议，帮助我们改进。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再次感谢：期待与各位在奢侈品领域有更多的合作与交流。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结束致谢：祝您工作愉快，生活精彩！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