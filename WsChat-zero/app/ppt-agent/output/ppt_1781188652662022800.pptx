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  <a:latin typeface="Microsoft YaHei"/>
              </a:defRPr>
            </a:pPr>
            <a:r>
              <a:t>大熊猫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国宝大熊猫：中国的活化石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754880"/>
            <a:ext cx="36576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大熊猫简介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大熊猫是中国特有的珍稀动物，被誉为'活化石'，已有800万年历史。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大熊猫的特写照片，黑白毛色明显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栖息地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主要分布在四川、陕西和甘肃的山区竹林中，海拔2000-3000米。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四川卧龙自然保护区的竹林风景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饮食习性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几乎完全以竹子为食，每天进食12-38公斤竹子，占体重15%以上。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大熊猫正在吃竹子的场景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行为特点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独居生活，善于爬树，大部分时间在进食和休息，每天睡眠超过10小时。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大熊猫趴在树枝上休息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保护现状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世界自然保护联盟（IUCN）将其从'濒危'降为'易危'，但野外种群仍不足2000只。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大熊猫保护中心的工作人员与熊猫互动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谢谢观赏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保护大熊猫，就是保护我们共同的家园。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