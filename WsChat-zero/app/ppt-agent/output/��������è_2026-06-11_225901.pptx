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2222"/>
                </a:solidFill>
                <a:latin typeface="Microsoft YaHei"/>
              </a:defRPr>
            </a:pPr>
            <a:r>
              <a:t>The Era of Artificial General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9326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An exploration of the transition from narrow AI to systems capable of human-level reasoning, creativity, and adaptation.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4754880"/>
            <a:ext cx="36576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Defining AGI: Beyond Narrow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Unlike current AI specialized in specific domains (like chess or image recognition), AGI possesses the ability to learn, understand, and apply knowledge across a wide variety of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图表占位</a:t>
            </a:r>
            <a:br/>
            <a:r>
              <a:t>类型: pie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Current Capabilities vs. Future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While Large Language Models show remarkable progress in language processing, true AGI requires robust physical world understanding, common sense reasoning, and long-term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图表占位</a:t>
            </a:r>
            <a:br/>
            <a:r>
              <a:t>类型: 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Key Challenges in Achieving AGI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Major hurdles include interpretability (understanding how models think), energy efficiency, safety alignment, and solving the 'alignment problem' to ensure AI goals match human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complex puzzle pieces forming a brain symbol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Societal Impact and Ethical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The potential for AGI to transform economies, automate labor, and enhance decision-making raises critical questions about job displacement, bias, and global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human hand touching digital robot hand contact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The Path Forward: Research and Collaboration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Achieving AGI requires interdisciplinary collaboration among computer scientists, ethicists, policymakers, and psychologists to ensure safe and beneficial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Questions and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minimalist dark background with glowing text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